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5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10F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48EAC-5250-A75A-1DD5-1E559BC42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331FEE-A9DF-FA76-83CB-CAD1B6D82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4512A-9959-9C89-8316-8975D3DD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DA57DA-9B35-1B46-C4BB-203F45D5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C7A0AE-401E-E394-D970-9B0C537F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13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E6C98-44F0-4D9C-4A9A-FDCD0757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B496A-3BF7-66F4-C563-EC4DC8E5C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D4EE8E-AB48-3EA1-AB3F-C6CEAC64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0CF332-3AB4-DC7B-894C-15CC6C00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04443-72CC-2E18-B4F4-671C283D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26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1F0D0-9B6B-1E10-1F22-08EB218F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D2B456-6EBF-6A4A-60AC-25CBA8B98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80ADC-EC45-B896-3342-441A709B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6886D-930E-BC6C-C13B-726F82D7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4E03F-01C2-29B6-6719-EB36B8BC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14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BE084-AEC1-9979-2CDF-7CFDD786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00552-EDF1-90A2-3C10-738E47F13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1F43E7-F470-F4EB-E042-93861058A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4BB933-8510-EB05-30AD-62405343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311F8-A1BD-2BFE-3743-FD2FA9A3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5F1D1-E6DA-13E3-5CC0-71DC8A5B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67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7778F-037C-C21F-BB0F-4FC1CE19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149A33-A13D-4596-BCD4-576F34EAD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68FFBF-705A-0F24-435C-3384D0C5C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3CE8AE-C6B7-5166-682C-6395DB4C4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01C7DD-C786-4ED7-5F51-F4C56DCB5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3D2B0A-A512-4060-D286-118905BA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29DC0A-ABCD-B95A-445C-86EE8D2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401DFF-F0A4-B331-A3B4-D9FF70EE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0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D1B69-AF2F-7C06-5B3C-A089916D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F64428-EF62-EF19-3048-868327A6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D0D31B-3771-E94C-2CF4-F9B536ED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EA190C-1E4F-D155-5F6E-3661C18E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06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5090DD-FA63-C6E8-16AA-F4020183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23EBDB-881D-1EC9-0A04-EF00C318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21F787-CF07-AC6D-11E7-0924004B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51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AC125-8ECE-CC21-A6EB-E3D95F6A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B5B08-270A-7EC5-D421-D6A3B2AAD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AD554D-3AAF-A7BF-C98E-3B7E48DD1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CF4A42-092C-9AB8-CA85-C6C9BE2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AD4AC-66A9-5427-B750-0130E96A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B5C908-1257-F592-B7F8-CC170EB8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7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F666D-F0CF-1E50-AFC5-857E94A4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748B2-809B-732E-AC1D-E36C71534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E5D387-6C0F-D110-1628-00761F9AD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42E63E-0CBA-D37F-6292-09397410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E6312C-E4F8-2C4A-9B85-D684BFEB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327A1-C0EE-1242-A6F3-AB152054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22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2756C-2CEC-EBE4-1D2A-5E3D482A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A87A78-D279-4D2D-C0D4-7213E6FB9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42D73-C672-A618-D606-D62C364F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01FDDC-9D25-0A7D-83F6-81D500FA7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071CC-B54B-D5E7-8FA6-CD3582EE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75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E35DD7-7133-7F2C-35C9-383F2F2B0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FCCAA4-77C4-1CAE-A1AC-2DFC42F6C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B3892B-94BE-D2BF-5924-E1A46209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F74DC1-22EC-CD72-3555-949066E1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90F95-DA2D-B377-D2D4-257BD129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21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CB8E93-8E67-06EC-09E0-627E18FD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334332-C4F8-8139-FF9D-B0FADB766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A77BF-A1F3-FD79-6473-2C06E987C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8FB88-B39F-4BA9-9F22-45D7B82AC150}" type="datetimeFigureOut">
              <a:rPr lang="zh-CN" altLang="en-US" smtClean="0"/>
              <a:t>2026-10-03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77C08-5EBA-F335-90E4-D518C505D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50C79E-F087-C97E-EACD-7ACF30DCE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0E1FE-D34A-4673-82FA-51507D4A4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10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erhyi@mail.ust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2939E37-8EE2-59CE-7342-C4D8D9555FF6}"/>
              </a:ext>
            </a:extLst>
          </p:cNvPr>
          <p:cNvSpPr txBox="1"/>
          <p:nvPr/>
        </p:nvSpPr>
        <p:spPr>
          <a:xfrm>
            <a:off x="4208303" y="272111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第二次基础实验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89A616-D664-4184-F93B-4C602E23131F}"/>
              </a:ext>
            </a:extLst>
          </p:cNvPr>
          <p:cNvSpPr txBox="1"/>
          <p:nvPr/>
        </p:nvSpPr>
        <p:spPr>
          <a:xfrm>
            <a:off x="4768553" y="4425351"/>
            <a:ext cx="2654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SA26010061 </a:t>
            </a:r>
            <a:r>
              <a:rPr lang="zh-CN" altLang="en-US" dirty="0"/>
              <a:t>张建</a:t>
            </a:r>
            <a:endParaRPr lang="en-US" altLang="zh-CN" dirty="0"/>
          </a:p>
          <a:p>
            <a:pPr algn="ctr"/>
            <a:r>
              <a:rPr lang="en-US" altLang="zh-CN" dirty="0">
                <a:hlinkClick r:id="rId2"/>
              </a:rPr>
              <a:t>merhyi@mail.ustc.edu.cn</a:t>
            </a:r>
            <a:endParaRPr lang="en-US" altLang="zh-CN" dirty="0"/>
          </a:p>
          <a:p>
            <a:pPr algn="ctr"/>
            <a:r>
              <a:rPr lang="en-US" altLang="zh-CN" dirty="0"/>
              <a:t>2026.10.9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988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08423A-8A88-22BC-D3A5-7A8BFEA76E9C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B812EF-FA2D-CF6A-2F49-0EB27251F955}"/>
              </a:ext>
            </a:extLst>
          </p:cNvPr>
          <p:cNvSpPr txBox="1"/>
          <p:nvPr/>
        </p:nvSpPr>
        <p:spPr>
          <a:xfrm>
            <a:off x="1475116" y="2758112"/>
            <a:ext cx="75308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实验考察内容（分支与迭代结构）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本次实验任务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8319CD-B957-EBD8-5D82-EAF49E6CF95E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7090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CDDC-39F3-D838-2413-7638A314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A2E0B6-43DF-CDD8-3E42-DCD1FF2F0E0A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D5ACA6-3A58-BC18-76DD-DD65AE7E6A47}"/>
              </a:ext>
            </a:extLst>
          </p:cNvPr>
          <p:cNvSpPr txBox="1"/>
          <p:nvPr/>
        </p:nvSpPr>
        <p:spPr>
          <a:xfrm>
            <a:off x="1475116" y="2758112"/>
            <a:ext cx="75308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实验考察内容（分支与迭代结构）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endParaRPr lang="en-US" altLang="zh-CN" sz="2800" dirty="0"/>
          </a:p>
          <a:p>
            <a:r>
              <a:rPr lang="zh-CN" altLang="en-US" sz="2800" dirty="0"/>
              <a:t>本次实验任务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8E7560-2CFE-C352-9D51-78C8C3F93939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8482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691F38-7821-BFC9-F5A5-DB94560F7956}"/>
              </a:ext>
            </a:extLst>
          </p:cNvPr>
          <p:cNvSpPr txBox="1"/>
          <p:nvPr/>
        </p:nvSpPr>
        <p:spPr>
          <a:xfrm>
            <a:off x="724619" y="603849"/>
            <a:ext cx="386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if</a:t>
            </a:r>
            <a:r>
              <a:rPr lang="zh-CN" altLang="en-US" sz="3600" b="1" dirty="0"/>
              <a:t>、</a:t>
            </a:r>
            <a:r>
              <a:rPr lang="en-US" altLang="zh-CN" sz="3600" b="1" dirty="0"/>
              <a:t>if-else</a:t>
            </a:r>
            <a:r>
              <a:rPr lang="zh-CN" altLang="en-US" sz="3600" b="1" dirty="0"/>
              <a:t>、</a:t>
            </a:r>
            <a:r>
              <a:rPr lang="en-US" altLang="zh-CN" sz="3600" b="1" dirty="0"/>
              <a:t>if-</a:t>
            </a:r>
            <a:r>
              <a:rPr lang="en-US" altLang="zh-CN" sz="3600" b="1" dirty="0" err="1"/>
              <a:t>elif</a:t>
            </a:r>
            <a:endParaRPr lang="zh-CN" altLang="en-US" sz="36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C4773D-D682-36BC-4683-CDA789A3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75" y="1682722"/>
            <a:ext cx="2714286" cy="45714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EC23C44-30A5-9420-067E-E75EED07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971" y="1682722"/>
            <a:ext cx="6285714" cy="330476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57DFC27-A860-0E32-2983-EA609294F67F}"/>
              </a:ext>
            </a:extLst>
          </p:cNvPr>
          <p:cNvSpPr txBox="1"/>
          <p:nvPr/>
        </p:nvSpPr>
        <p:spPr>
          <a:xfrm>
            <a:off x="4558185" y="5238488"/>
            <a:ext cx="54248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Python </a:t>
            </a:r>
            <a:r>
              <a:rPr lang="zh-CN" altLang="en-US" sz="2000" b="1" dirty="0"/>
              <a:t>以缩进界定代码块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en-US" altLang="zh-CN" sz="2000" dirty="0"/>
              <a:t>if (</a:t>
            </a:r>
            <a:r>
              <a:rPr lang="en-US" altLang="zh-CN" sz="2000" b="1" dirty="0"/>
              <a:t>condition</a:t>
            </a:r>
            <a:r>
              <a:rPr lang="en-US" altLang="zh-CN" sz="2000" dirty="0"/>
              <a:t>): </a:t>
            </a:r>
            <a:r>
              <a:rPr lang="zh-CN" altLang="en-US" sz="2000" dirty="0"/>
              <a:t>条件表达式，其值为 </a:t>
            </a:r>
            <a:r>
              <a:rPr lang="en-US" altLang="zh-CN" sz="2000" dirty="0"/>
              <a:t>True / False</a:t>
            </a:r>
            <a:endParaRPr lang="zh-CN" altLang="en-US" sz="2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A7801D7-631F-007C-D1E7-D82805710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236" y="2558913"/>
            <a:ext cx="4428571" cy="2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6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657D54-F9A1-56A2-96D2-CBE951566382}"/>
              </a:ext>
            </a:extLst>
          </p:cNvPr>
          <p:cNvSpPr txBox="1"/>
          <p:nvPr/>
        </p:nvSpPr>
        <p:spPr>
          <a:xfrm>
            <a:off x="724619" y="603849"/>
            <a:ext cx="495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for in </a:t>
            </a:r>
            <a:r>
              <a:rPr lang="zh-CN" altLang="en-US" sz="3600" b="1" dirty="0"/>
              <a:t>循环 </a:t>
            </a:r>
            <a:r>
              <a:rPr lang="en-US" altLang="zh-CN" sz="3600" b="1" dirty="0"/>
              <a:t>/ while </a:t>
            </a:r>
            <a:r>
              <a:rPr lang="zh-CN" altLang="en-US" sz="3600" b="1" dirty="0"/>
              <a:t>循环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9A8F90-F8FA-2A70-C065-F156A5F2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7" y="1688196"/>
            <a:ext cx="3844402" cy="33318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E6045E7-FF08-2DBF-CF02-9EEE80D00A5B}"/>
              </a:ext>
            </a:extLst>
          </p:cNvPr>
          <p:cNvSpPr txBox="1"/>
          <p:nvPr/>
        </p:nvSpPr>
        <p:spPr>
          <a:xfrm>
            <a:off x="5115339" y="1762539"/>
            <a:ext cx="6506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 </a:t>
            </a:r>
            <a:r>
              <a:rPr lang="zh-CN" altLang="en-US" dirty="0"/>
              <a:t>语言下 </a:t>
            </a:r>
            <a:r>
              <a:rPr lang="en-US" altLang="zh-CN" dirty="0"/>
              <a:t>for</a:t>
            </a:r>
            <a:r>
              <a:rPr lang="zh-CN" altLang="en-US" dirty="0"/>
              <a:t>：计数变量声明、结束表达式、增量表达式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Python </a:t>
            </a:r>
            <a:r>
              <a:rPr lang="zh-CN" altLang="en-US" dirty="0"/>
              <a:t>下 </a:t>
            </a:r>
            <a:r>
              <a:rPr lang="en-US" altLang="zh-CN" dirty="0"/>
              <a:t>for in</a:t>
            </a:r>
            <a:r>
              <a:rPr lang="zh-CN" altLang="en-US" dirty="0"/>
              <a:t>：遍历一个容器（</a:t>
            </a:r>
            <a:r>
              <a:rPr lang="en-US" altLang="zh-CN" dirty="0"/>
              <a:t>range </a:t>
            </a:r>
            <a:r>
              <a:rPr lang="zh-CN" altLang="en-US" dirty="0"/>
              <a:t>实际构造了一个容器）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59D0E9-D82C-307E-2942-AAD78F108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339" y="2856828"/>
            <a:ext cx="6129030" cy="114434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7C975E-97E6-01AA-05D9-37C8EB0C7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89" y="3554240"/>
            <a:ext cx="1897807" cy="12357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8D5B12-9082-0200-374E-A72F06A24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339" y="5020011"/>
            <a:ext cx="2820960" cy="69167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F4A26CC-81AC-7821-3FB9-BAB92FE30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7" y="5094907"/>
            <a:ext cx="3958524" cy="162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2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59EE4B-07C8-B031-06A9-776422D10BCD}"/>
              </a:ext>
            </a:extLst>
          </p:cNvPr>
          <p:cNvSpPr txBox="1"/>
          <p:nvPr/>
        </p:nvSpPr>
        <p:spPr>
          <a:xfrm>
            <a:off x="724619" y="603849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推导式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526279-BBDC-F981-A723-1193EE93E37F}"/>
              </a:ext>
            </a:extLst>
          </p:cNvPr>
          <p:cNvSpPr txBox="1"/>
          <p:nvPr/>
        </p:nvSpPr>
        <p:spPr>
          <a:xfrm>
            <a:off x="1119958" y="1358347"/>
            <a:ext cx="497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一个便捷初始化具有可描述结构容器的 </a:t>
            </a:r>
            <a:r>
              <a:rPr lang="en-US" altLang="zh-CN" dirty="0"/>
              <a:t>for </a:t>
            </a:r>
            <a:r>
              <a:rPr lang="zh-CN" altLang="en-US" dirty="0"/>
              <a:t>语句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F350C8-AB2A-853C-726E-2E893EFA6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10" y="2035074"/>
            <a:ext cx="3185245" cy="22188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14E08A-B839-DDAC-2DF9-D51E6D156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010" y="2035074"/>
            <a:ext cx="3103979" cy="34628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725E2D-48B0-419F-B3BB-4F720C5C2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489" y="2035074"/>
            <a:ext cx="3367774" cy="432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8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E207-BD2E-672F-7E01-EEDB85CE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05ED1A-BD35-83A7-4146-DB5D10CBFB9C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60B414-4380-94D9-0826-43B0D8CE654B}"/>
              </a:ext>
            </a:extLst>
          </p:cNvPr>
          <p:cNvSpPr txBox="1"/>
          <p:nvPr/>
        </p:nvSpPr>
        <p:spPr>
          <a:xfrm>
            <a:off x="1475116" y="2758112"/>
            <a:ext cx="75308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实验考察内容（分支与迭代结构）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b="1" dirty="0">
                <a:solidFill>
                  <a:schemeClr val="accent2"/>
                </a:solidFill>
              </a:rPr>
              <a:t>本次实验任务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8F08BD-7803-E7DB-BA5E-DA614BFAD008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314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F4CF6C-E034-C504-D5D0-03BD92FDE6E1}"/>
              </a:ext>
            </a:extLst>
          </p:cNvPr>
          <p:cNvSpPr/>
          <p:nvPr/>
        </p:nvSpPr>
        <p:spPr>
          <a:xfrm>
            <a:off x="3405809" y="1470992"/>
            <a:ext cx="4412974" cy="4412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B33907F-0DF8-4364-90A7-AE92DCCDCA84}"/>
              </a:ext>
            </a:extLst>
          </p:cNvPr>
          <p:cNvSpPr/>
          <p:nvPr/>
        </p:nvSpPr>
        <p:spPr>
          <a:xfrm>
            <a:off x="3405809" y="1470991"/>
            <a:ext cx="3525664" cy="3525664"/>
          </a:xfrm>
          <a:prstGeom prst="rect">
            <a:avLst/>
          </a:prstGeom>
          <a:solidFill>
            <a:srgbClr val="ED7D31">
              <a:alpha val="25098"/>
            </a:srgbClr>
          </a:solidFill>
          <a:ln>
            <a:solidFill>
              <a:srgbClr val="64310F">
                <a:alpha val="10196"/>
              </a:srgb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516BD84-9FDC-C555-812F-3A65C613B4EC}"/>
              </a:ext>
            </a:extLst>
          </p:cNvPr>
          <p:cNvCxnSpPr>
            <a:cxnSpLocks/>
          </p:cNvCxnSpPr>
          <p:nvPr/>
        </p:nvCxnSpPr>
        <p:spPr>
          <a:xfrm>
            <a:off x="3405809" y="1232452"/>
            <a:ext cx="441297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8F22348-1F0D-3445-F636-87A6854863E9}"/>
              </a:ext>
            </a:extLst>
          </p:cNvPr>
          <p:cNvSpPr txBox="1"/>
          <p:nvPr/>
        </p:nvSpPr>
        <p:spPr>
          <a:xfrm>
            <a:off x="5364710" y="797725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width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2CFE4D0-DEB2-5BAA-81A4-D801F69C0C7C}"/>
              </a:ext>
            </a:extLst>
          </p:cNvPr>
          <p:cNvCxnSpPr/>
          <p:nvPr/>
        </p:nvCxnSpPr>
        <p:spPr>
          <a:xfrm>
            <a:off x="3108960" y="1470992"/>
            <a:ext cx="0" cy="441297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14A8FA3-1F28-AA8F-CE7A-1B67C00435AA}"/>
              </a:ext>
            </a:extLst>
          </p:cNvPr>
          <p:cNvSpPr txBox="1"/>
          <p:nvPr/>
        </p:nvSpPr>
        <p:spPr>
          <a:xfrm>
            <a:off x="2229246" y="3618819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height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50BBF2-3F89-AFD0-2BEA-BC59DDD37B9F}"/>
              </a:ext>
            </a:extLst>
          </p:cNvPr>
          <p:cNvSpPr/>
          <p:nvPr/>
        </p:nvSpPr>
        <p:spPr>
          <a:xfrm>
            <a:off x="3405809" y="1470992"/>
            <a:ext cx="887307" cy="8873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C12CEA-9015-B5FA-13F9-4674267E1804}"/>
              </a:ext>
            </a:extLst>
          </p:cNvPr>
          <p:cNvCxnSpPr/>
          <p:nvPr/>
        </p:nvCxnSpPr>
        <p:spPr>
          <a:xfrm flipV="1">
            <a:off x="4490720" y="1470992"/>
            <a:ext cx="0" cy="887307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4FB4B65-1C6A-7191-8263-3F941035E848}"/>
              </a:ext>
            </a:extLst>
          </p:cNvPr>
          <p:cNvCxnSpPr>
            <a:cxnSpLocks/>
          </p:cNvCxnSpPr>
          <p:nvPr/>
        </p:nvCxnSpPr>
        <p:spPr>
          <a:xfrm>
            <a:off x="3366014" y="2534920"/>
            <a:ext cx="966895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E14F976-B204-D0E0-9C95-9A04F54F9A0B}"/>
              </a:ext>
            </a:extLst>
          </p:cNvPr>
          <p:cNvSpPr txBox="1"/>
          <p:nvPr/>
        </p:nvSpPr>
        <p:spPr>
          <a:xfrm>
            <a:off x="4530516" y="1729979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kernel_h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074B15-F12E-277E-B02F-33D1DF6A50E0}"/>
              </a:ext>
            </a:extLst>
          </p:cNvPr>
          <p:cNvSpPr txBox="1"/>
          <p:nvPr/>
        </p:nvSpPr>
        <p:spPr>
          <a:xfrm>
            <a:off x="3366014" y="259683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kernel_w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5A245F-2EA6-19F6-8DE3-0877FF168897}"/>
              </a:ext>
            </a:extLst>
          </p:cNvPr>
          <p:cNvSpPr/>
          <p:nvPr/>
        </p:nvSpPr>
        <p:spPr>
          <a:xfrm>
            <a:off x="6931476" y="1470991"/>
            <a:ext cx="887307" cy="8873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E9262A-5949-3805-EB56-CED85E10C5B4}"/>
              </a:ext>
            </a:extLst>
          </p:cNvPr>
          <p:cNvSpPr/>
          <p:nvPr/>
        </p:nvSpPr>
        <p:spPr>
          <a:xfrm>
            <a:off x="6931475" y="4996659"/>
            <a:ext cx="887307" cy="8873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4AAE7FE-22D3-0C6C-8CFC-A22EA19AEEB7}"/>
              </a:ext>
            </a:extLst>
          </p:cNvPr>
          <p:cNvCxnSpPr>
            <a:cxnSpLocks/>
          </p:cNvCxnSpPr>
          <p:nvPr/>
        </p:nvCxnSpPr>
        <p:spPr>
          <a:xfrm>
            <a:off x="6931475" y="1470991"/>
            <a:ext cx="1284577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7B542B0-933D-953C-C13C-5A5338E0AEA7}"/>
              </a:ext>
            </a:extLst>
          </p:cNvPr>
          <p:cNvCxnSpPr>
            <a:cxnSpLocks/>
          </p:cNvCxnSpPr>
          <p:nvPr/>
        </p:nvCxnSpPr>
        <p:spPr>
          <a:xfrm>
            <a:off x="6931475" y="4996658"/>
            <a:ext cx="1284577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33E7EFBD-7A75-4C42-8A11-BA538DFD6476}"/>
              </a:ext>
            </a:extLst>
          </p:cNvPr>
          <p:cNvSpPr/>
          <p:nvPr/>
        </p:nvSpPr>
        <p:spPr>
          <a:xfrm>
            <a:off x="3405809" y="4996658"/>
            <a:ext cx="887307" cy="8873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C76559F-947C-628B-81EC-C40B51D7B75A}"/>
              </a:ext>
            </a:extLst>
          </p:cNvPr>
          <p:cNvCxnSpPr>
            <a:cxnSpLocks/>
          </p:cNvCxnSpPr>
          <p:nvPr/>
        </p:nvCxnSpPr>
        <p:spPr>
          <a:xfrm>
            <a:off x="8216052" y="1559388"/>
            <a:ext cx="0" cy="334100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6F4B60B-D14C-2463-223D-0A3384F547C1}"/>
              </a:ext>
            </a:extLst>
          </p:cNvPr>
          <p:cNvSpPr txBox="1"/>
          <p:nvPr/>
        </p:nvSpPr>
        <p:spPr>
          <a:xfrm>
            <a:off x="8371838" y="3045222"/>
            <a:ext cx="349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output_h</a:t>
            </a:r>
            <a:r>
              <a:rPr lang="en-US" altLang="zh-CN" dirty="0"/>
              <a:t> = height – </a:t>
            </a:r>
            <a:r>
              <a:rPr lang="en-US" altLang="zh-CN" dirty="0" err="1"/>
              <a:t>kernel_h</a:t>
            </a:r>
            <a:r>
              <a:rPr lang="en-US" altLang="zh-CN" dirty="0"/>
              <a:t> + 1</a:t>
            </a:r>
            <a:endParaRPr lang="zh-CN" altLang="en-US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62AC773-7A7E-9822-8A17-0A98F4116B65}"/>
              </a:ext>
            </a:extLst>
          </p:cNvPr>
          <p:cNvCxnSpPr>
            <a:cxnSpLocks/>
          </p:cNvCxnSpPr>
          <p:nvPr/>
        </p:nvCxnSpPr>
        <p:spPr>
          <a:xfrm>
            <a:off x="7440506" y="5541764"/>
            <a:ext cx="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97BDE78-AC71-630B-6CE0-E2A061090551}"/>
              </a:ext>
            </a:extLst>
          </p:cNvPr>
          <p:cNvCxnSpPr>
            <a:cxnSpLocks/>
          </p:cNvCxnSpPr>
          <p:nvPr/>
        </p:nvCxnSpPr>
        <p:spPr>
          <a:xfrm flipV="1">
            <a:off x="6931475" y="4996658"/>
            <a:ext cx="0" cy="126941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9DA387D-A050-6D19-0115-F69CD27811DC}"/>
              </a:ext>
            </a:extLst>
          </p:cNvPr>
          <p:cNvCxnSpPr>
            <a:cxnSpLocks/>
          </p:cNvCxnSpPr>
          <p:nvPr/>
        </p:nvCxnSpPr>
        <p:spPr>
          <a:xfrm flipV="1">
            <a:off x="3421563" y="4996658"/>
            <a:ext cx="0" cy="126941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18934D1-674C-77B4-E205-7C8B3940D9F1}"/>
              </a:ext>
            </a:extLst>
          </p:cNvPr>
          <p:cNvCxnSpPr/>
          <p:nvPr/>
        </p:nvCxnSpPr>
        <p:spPr>
          <a:xfrm>
            <a:off x="3555012" y="6245748"/>
            <a:ext cx="3230880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B569223C-13F8-870B-BE01-880224868C45}"/>
              </a:ext>
            </a:extLst>
          </p:cNvPr>
          <p:cNvSpPr txBox="1"/>
          <p:nvPr/>
        </p:nvSpPr>
        <p:spPr>
          <a:xfrm>
            <a:off x="3494316" y="6327618"/>
            <a:ext cx="3437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output_w</a:t>
            </a:r>
            <a:r>
              <a:rPr lang="en-US" altLang="zh-CN" dirty="0"/>
              <a:t> = width – </a:t>
            </a:r>
            <a:r>
              <a:rPr lang="en-US" altLang="zh-CN" dirty="0" err="1"/>
              <a:t>kernel_w</a:t>
            </a:r>
            <a:r>
              <a:rPr lang="en-US" altLang="zh-CN" dirty="0"/>
              <a:t> + 1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27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165</Words>
  <Application>Microsoft Office PowerPoint</Application>
  <PresentationFormat>宽屏</PresentationFormat>
  <Paragraphs>32</Paragraphs>
  <Slides>8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OvO QwQ</dc:creator>
  <cp:lastModifiedBy>OvO QwQ</cp:lastModifiedBy>
  <cp:revision>1</cp:revision>
  <dcterms:created xsi:type="dcterms:W3CDTF">2026-10-03T12:20:13Z</dcterms:created>
  <dcterms:modified xsi:type="dcterms:W3CDTF">2026-10-03T12:57:26Z</dcterms:modified>
</cp:coreProperties>
</file>